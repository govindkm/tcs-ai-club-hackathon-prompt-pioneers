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Madhavpur Women's Collective - Rural Solar Microgrid Grant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APP-SOLAR-002</a:t>
            </a:r>
          </a:p>
          <a:p>
            <a:r>
              <a:rPr sz="1500"/>
              <a:t>Document reference: APP-SOLAR-002/D2</a:t>
            </a:r>
          </a:p>
          <a:p>
            <a:r>
              <a:rPr sz="1500"/>
              <a:t>Scheme: Rural Solar Microgrid Grant (SCHEME-SOLAR)</a:t>
            </a:r>
          </a:p>
          <a:p>
            <a:r>
              <a:rPr sz="1500"/>
              <a:t>Applicant: Madhavpur Women's Collective</a:t>
            </a:r>
          </a:p>
          <a:p>
            <a:r>
              <a:rPr sz="1500"/>
              <a:t>Applicant type: community group</a:t>
            </a:r>
          </a:p>
          <a:p>
            <a:r>
              <a:rPr sz="1500"/>
              <a:t>District: Madhavpur</a:t>
            </a:r>
          </a:p>
          <a:p>
            <a:r>
              <a:rPr sz="1500"/>
              <a:t>Requested grant: INR 1,800,000</a:t>
            </a:r>
          </a:p>
          <a:p>
            <a:r>
              <a:rPr sz="1500"/>
              <a:t>Declared match funding: INR 0</a:t>
            </a:r>
          </a:p>
          <a:p>
            <a:r>
              <a:rPr sz="1500"/>
              <a:t>Document type: project_proposal</a:t>
            </a:r>
          </a:p>
          <a:p>
            <a:r>
              <a:rPr sz="1500"/>
              <a:t>Submitted evidence quality: fair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The collective will install panels and train two operators. Site address and implementation schedule are not stated.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