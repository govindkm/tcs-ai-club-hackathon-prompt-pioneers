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Monitoring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Asha Infrastructure Consortium - Climate Resilient Watershed Innovation Scheme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APP-WATER-004</a:t>
            </a:r>
          </a:p>
          <a:p>
            <a:r>
              <a:rPr sz="1500"/>
              <a:t>Document reference: APP-WATER-004/D7</a:t>
            </a:r>
          </a:p>
          <a:p>
            <a:r>
              <a:rPr sz="1500"/>
              <a:t>Scheme: Climate Resilient Watershed Innovation Scheme (SCHEME-WATER)</a:t>
            </a:r>
          </a:p>
          <a:p>
            <a:r>
              <a:rPr sz="1500"/>
              <a:t>Applicant: Asha Infrastructure Consortium</a:t>
            </a:r>
          </a:p>
          <a:p>
            <a:r>
              <a:rPr sz="1500"/>
              <a:t>Applicant type: registered company</a:t>
            </a:r>
          </a:p>
          <a:p>
            <a:r>
              <a:rPr sz="1500"/>
              <a:t>District: Kaveri</a:t>
            </a:r>
          </a:p>
          <a:p>
            <a:r>
              <a:rPr sz="1500"/>
              <a:t>Requested grant: INR 8,100,000</a:t>
            </a:r>
          </a:p>
          <a:p>
            <a:r>
              <a:rPr sz="1500"/>
              <a:t>Declared match funding: INR 1,000,000</a:t>
            </a:r>
          </a:p>
          <a:p>
            <a:r>
              <a:rPr sz="1500"/>
              <a:t>Document type: monitoring_plan</a:t>
            </a:r>
          </a:p>
          <a:p>
            <a:r>
              <a:rPr sz="1500"/>
              <a:t>Submitted evidence quality: fair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Monitoring will be done by project staff; no indicators or independent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resilience and water outcome</a:t>
            </a:r>
          </a:p>
          <a:p>
            <a:r>
              <a:rPr sz="1500"/>
              <a:t>innovation and replication</a:t>
            </a:r>
          </a:p>
          <a:p>
            <a:r>
              <a:rPr sz="1500"/>
              <a:t>technical and regulatory feasibility</a:t>
            </a:r>
          </a:p>
          <a:p>
            <a:r>
              <a:rPr sz="1500"/>
              <a:t>value for money</a:t>
            </a:r>
          </a:p>
          <a:p>
            <a:r>
              <a:rPr sz="1500"/>
              <a:t>monitoring and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