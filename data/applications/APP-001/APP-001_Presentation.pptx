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Estimated Budget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Amount (INR)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Field restoration</c:v>
                </c:pt>
                <c:pt idx="1">
                  <c:v>Community engagement</c:v>
                </c:pt>
                <c:pt idx="2">
                  <c:v>Monitoring equipment</c:v>
                </c:pt>
                <c:pt idx="3">
                  <c:v>Technical services</c:v>
                </c:pt>
                <c:pt idx="4">
                  <c:v>Contingency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800000</c:v>
                </c:pt>
                <c:pt idx="1">
                  <c:v>300000</c:v>
                </c:pt>
                <c:pt idx="2">
                  <c:v>450000</c:v>
                </c:pt>
                <c:pt idx="3">
                  <c:v>450000</c:v>
                </c:pt>
                <c:pt idx="4">
                  <c:v>500000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Cost Allocation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Field restoration</c:v>
                </c:pt>
                <c:pt idx="1">
                  <c:v>Community engagement</c:v>
                </c:pt>
                <c:pt idx="2">
                  <c:v>Monitoring equipment</c:v>
                </c:pt>
                <c:pt idx="3">
                  <c:v>Technical services</c:v>
                </c:pt>
                <c:pt idx="4">
                  <c:v>Contingency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800000</c:v>
                </c:pt>
                <c:pt idx="1">
                  <c:v>300000</c:v>
                </c:pt>
                <c:pt idx="2">
                  <c:v>450000</c:v>
                </c:pt>
                <c:pt idx="3">
                  <c:v>450000</c:v>
                </c:pt>
                <c:pt idx="4">
                  <c:v>500000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presentation for testing PPTX extraction.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Field restoration: INR 800,000</a:t>
            </a:r>
          </a:p>
          <a:p>
            <a:r>
              <a:t>Community engagement: INR 300,000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estimated budget: INR 1,100,000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by Cost Head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280160"/>
          <a:ext cx="7772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097280" y="1188720"/>
          <a:ext cx="5943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Project Implementation Flow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645920"/>
            <a:ext cx="1097280" cy="10972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926080"/>
            <a:ext cx="1554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Plan</a:t>
            </a:r>
          </a:p>
          <a:p>
            <a:pPr algn="ctr">
              <a:defRPr sz="1100"/>
            </a:pPr>
            <a:r>
              <a:t>Prepare activity plan</a:t>
            </a:r>
          </a:p>
        </p:txBody>
      </p:sp>
      <p:sp>
        <p:nvSpPr>
          <p:cNvPr id="5" name="Oval 4"/>
          <p:cNvSpPr/>
          <p:nvPr/>
        </p:nvSpPr>
        <p:spPr>
          <a:xfrm>
            <a:off x="2468880" y="1645920"/>
            <a:ext cx="1097280" cy="10972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2926080"/>
            <a:ext cx="1554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Restore</a:t>
            </a:r>
          </a:p>
          <a:p>
            <a:pPr algn="ctr">
              <a:defRPr sz="1100"/>
            </a:pPr>
            <a:r>
              <a:t>Complete field works</a:t>
            </a:r>
          </a:p>
        </p:txBody>
      </p:sp>
      <p:sp>
        <p:nvSpPr>
          <p:cNvPr id="7" name="Oval 6"/>
          <p:cNvSpPr/>
          <p:nvPr/>
        </p:nvSpPr>
        <p:spPr>
          <a:xfrm>
            <a:off x="4480560" y="1645920"/>
            <a:ext cx="1097280" cy="10972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926080"/>
            <a:ext cx="1554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Monitor</a:t>
            </a:r>
          </a:p>
          <a:p>
            <a:pPr algn="ctr">
              <a:defRPr sz="1100"/>
            </a:pPr>
            <a:r>
              <a:t>Track project progress</a:t>
            </a:r>
          </a:p>
        </p:txBody>
      </p:sp>
      <p:sp>
        <p:nvSpPr>
          <p:cNvPr id="9" name="Oval 8"/>
          <p:cNvSpPr/>
          <p:nvPr/>
        </p:nvSpPr>
        <p:spPr>
          <a:xfrm>
            <a:off x="6492240" y="1645920"/>
            <a:ext cx="1097280" cy="10972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926080"/>
            <a:ext cx="1554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Report</a:t>
            </a:r>
          </a:p>
          <a:p>
            <a:pPr algn="ctr">
              <a:defRPr sz="1100"/>
            </a:pPr>
            <a:r>
              <a:t>Submit final evidence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00200" y="1965960"/>
            <a:ext cx="64008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ight Arrow 11"/>
          <p:cNvSpPr/>
          <p:nvPr/>
        </p:nvSpPr>
        <p:spPr>
          <a:xfrm>
            <a:off x="3611880" y="1965960"/>
            <a:ext cx="64008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ight Arrow 12"/>
          <p:cNvSpPr/>
          <p:nvPr/>
        </p:nvSpPr>
        <p:spPr>
          <a:xfrm>
            <a:off x="5623560" y="1965960"/>
            <a:ext cx="64008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