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Audited Financial Statements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Kiranwadi Energy Cooperative - Rural Solar Microgrid Grant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APP-SOLAR-001</a:t>
            </a:r>
          </a:p>
          <a:p>
            <a:r>
              <a:rPr sz="1500"/>
              <a:t>Document reference: APP-SOLAR-001/D7</a:t>
            </a:r>
          </a:p>
          <a:p>
            <a:r>
              <a:rPr sz="1500"/>
              <a:t>Scheme: Rural Solar Microgrid Grant (SCHEME-SOLAR)</a:t>
            </a:r>
          </a:p>
          <a:p>
            <a:r>
              <a:rPr sz="1500"/>
              <a:t>Applicant: Kiranwadi Energy Cooperative</a:t>
            </a:r>
          </a:p>
          <a:p>
            <a:r>
              <a:rPr sz="1500"/>
              <a:t>Applicant type: registered cooperative</a:t>
            </a:r>
          </a:p>
          <a:p>
            <a:r>
              <a:rPr sz="1500"/>
              <a:t>District: Nandipur</a:t>
            </a:r>
          </a:p>
          <a:p>
            <a:r>
              <a:rPr sz="1500"/>
              <a:t>Requested grant: INR 2,400,000</a:t>
            </a:r>
          </a:p>
          <a:p>
            <a:r>
              <a:rPr sz="1500"/>
              <a:t>Declared match funding: INR 650,000</a:t>
            </a:r>
          </a:p>
          <a:p>
            <a:r>
              <a:rPr sz="1500"/>
              <a:t>Document type: recent_audited_financials</a:t>
            </a:r>
          </a:p>
          <a:p>
            <a:r>
              <a:rPr sz="1500"/>
              <a:t>Submitted evidence quality: good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Audited statements for FY2024-25 show positive reserves and no grant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