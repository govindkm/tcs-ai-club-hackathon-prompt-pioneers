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Safeguard and Grievance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Sahyadri Village Council - Community Forest Restoration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APP-FOREST-004</a:t>
            </a:r>
          </a:p>
          <a:p>
            <a:r>
              <a:rPr sz="1500"/>
              <a:t>Document reference: APP-FOREST-004/D7</a:t>
            </a:r>
          </a:p>
          <a:p>
            <a:r>
              <a:rPr sz="1500"/>
              <a:t>Scheme: Community Forest Restoration Fund (SCHEME-FOREST)</a:t>
            </a:r>
          </a:p>
          <a:p>
            <a:r>
              <a:rPr sz="1500"/>
              <a:t>Applicant: Sahyadri Village Council</a:t>
            </a:r>
          </a:p>
          <a:p>
            <a:r>
              <a:rPr sz="1500"/>
              <a:t>Applicant type: local authority</a:t>
            </a:r>
          </a:p>
          <a:p>
            <a:r>
              <a:rPr sz="1500"/>
              <a:t>District: Sahyadri</a:t>
            </a:r>
          </a:p>
          <a:p>
            <a:r>
              <a:rPr sz="1500"/>
              <a:t>Requested grant: INR 2,100,000</a:t>
            </a:r>
          </a:p>
          <a:p>
            <a:r>
              <a:rPr sz="1500"/>
              <a:t>Document type: safeguard_and_grievance_plan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Consultation and grievance mechanism is documented, with a commitment to exclude unresolved plots.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ecological outcome</a:t>
            </a:r>
          </a:p>
          <a:p>
            <a:r>
              <a:rPr sz="1500"/>
              <a:t>site and method quality</a:t>
            </a:r>
          </a:p>
          <a:p>
            <a:r>
              <a:rPr sz="1500"/>
              <a:t>community stewardship</a:t>
            </a:r>
          </a:p>
          <a:p>
            <a:r>
              <a:rPr sz="1500"/>
              <a:t>budget and sustainability</a:t>
            </a:r>
          </a:p>
          <a:p>
            <a:r>
              <a:rPr sz="1500"/>
              <a:t>delivery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