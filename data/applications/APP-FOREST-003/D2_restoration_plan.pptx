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Restoration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Green Canopy Initiative - Community Forest Restoration 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APP-FOREST-003</a:t>
            </a:r>
          </a:p>
          <a:p>
            <a:r>
              <a:rPr sz="1500"/>
              <a:t>Document reference: APP-FOREST-003/D2</a:t>
            </a:r>
          </a:p>
          <a:p>
            <a:r>
              <a:rPr sz="1500"/>
              <a:t>Scheme: Community Forest Restoration Fund (SCHEME-FOREST)</a:t>
            </a:r>
          </a:p>
          <a:p>
            <a:r>
              <a:rPr sz="1500"/>
              <a:t>Applicant: Green Canopy Initiative</a:t>
            </a:r>
          </a:p>
          <a:p>
            <a:r>
              <a:rPr sz="1500"/>
              <a:t>Applicant type: community group</a:t>
            </a:r>
          </a:p>
          <a:p>
            <a:r>
              <a:rPr sz="1500"/>
              <a:t>District: Kalyan</a:t>
            </a:r>
          </a:p>
          <a:p>
            <a:r>
              <a:rPr sz="1500"/>
              <a:t>Requested grant: INR 1,450,000</a:t>
            </a:r>
          </a:p>
          <a:p>
            <a:r>
              <a:rPr sz="1500"/>
              <a:t>Document type: restoration_plan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Native species plan and maintenance schedule.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