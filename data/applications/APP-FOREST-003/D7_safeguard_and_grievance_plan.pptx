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Safeguard and Grievance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Green Canopy Initiative - Community Forest Restoration Fund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Application reference: APP-FOREST-003</a:t>
            </a:r>
          </a:p>
          <a:p>
            <a:r>
              <a:rPr sz="1500"/>
              <a:t>Document reference: APP-FOREST-003/D7</a:t>
            </a:r>
          </a:p>
          <a:p>
            <a:r>
              <a:rPr sz="1500"/>
              <a:t>Scheme: Community Forest Restoration Fund (SCHEME-FOREST)</a:t>
            </a:r>
          </a:p>
          <a:p>
            <a:r>
              <a:rPr sz="1500"/>
              <a:t>Applicant: Green Canopy Initiative</a:t>
            </a:r>
          </a:p>
          <a:p>
            <a:r>
              <a:rPr sz="1500"/>
              <a:t>Applicant type: community group</a:t>
            </a:r>
          </a:p>
          <a:p>
            <a:r>
              <a:rPr sz="1500"/>
              <a:t>District: Kalyan</a:t>
            </a:r>
          </a:p>
          <a:p>
            <a:r>
              <a:rPr sz="1500"/>
              <a:t>Requested grant: INR 1,450,000</a:t>
            </a:r>
          </a:p>
          <a:p>
            <a:r>
              <a:rPr sz="1500"/>
              <a:t>Document type: safeguard_and_grievance_plan</a:t>
            </a:r>
          </a:p>
          <a:p>
            <a:r>
              <a:rPr sz="1500"/>
              <a:t>Submitted evidence quality: good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Statement of record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Plan is word-for-word identical to APP-FOREST-001 and names Jeevan Hills staff as grievance officers.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ecological outcome</a:t>
            </a:r>
          </a:p>
          <a:p>
            <a:r>
              <a:rPr sz="1500"/>
              <a:t>site and method quality</a:t>
            </a:r>
          </a:p>
          <a:p>
            <a:r>
              <a:rPr sz="1500"/>
              <a:t>community stewardship</a:t>
            </a:r>
          </a:p>
          <a:p>
            <a:r>
              <a:rPr sz="1500"/>
              <a:t>budget and sustainability</a:t>
            </a:r>
          </a:p>
          <a:p>
            <a:r>
              <a:rPr sz="1500"/>
              <a:t>delivery capacity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Synthetic benchmark document generated from data/synthetic_dataset.json. No real person, organisation, or certificate is represented.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