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Technical Concept Note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Nadi Basin Producer Collective - Climate Resilient Watershed Innovation Scheme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Submission details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rPr sz="1500"/>
              <a:t>Application reference: APP-WATER-001</a:t>
            </a:r>
          </a:p>
          <a:p>
            <a:r>
              <a:rPr sz="1500"/>
              <a:t>Document reference: APP-WATER-001/D2</a:t>
            </a:r>
          </a:p>
          <a:p>
            <a:r>
              <a:rPr sz="1500"/>
              <a:t>Scheme: Climate Resilient Watershed Innovation Scheme (SCHEME-WATER)</a:t>
            </a:r>
          </a:p>
          <a:p>
            <a:r>
              <a:rPr sz="1500"/>
              <a:t>Applicant: Nadi Basin Producer Collective</a:t>
            </a:r>
          </a:p>
          <a:p>
            <a:r>
              <a:rPr sz="1500"/>
              <a:t>Applicant type: producer collective</a:t>
            </a:r>
          </a:p>
          <a:p>
            <a:r>
              <a:rPr sz="1500"/>
              <a:t>District: Nadi Basin</a:t>
            </a:r>
          </a:p>
          <a:p>
            <a:r>
              <a:rPr sz="1500"/>
              <a:t>Requested grant: INR 4,200,000</a:t>
            </a:r>
          </a:p>
          <a:p>
            <a:r>
              <a:rPr sz="1500"/>
              <a:t>Declared match funding: INR 480,000</a:t>
            </a:r>
          </a:p>
          <a:p>
            <a:r>
              <a:rPr sz="1500"/>
              <a:t>Document type: technical_concept</a:t>
            </a:r>
          </a:p>
          <a:p>
            <a:r>
              <a:rPr sz="1500"/>
              <a:t>Submitted evidence quality: good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Statement of record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rPr sz="1500"/>
              <a:t>The project will restore 18 check dams and add 42 recharge structures, targeting 1.8 million cubic metres of annual recharge.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Notice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rPr sz="1500"/>
              <a:t>Synthetic benchmark document generated from data/synthetic_dataset.json. No real person, organisation, or certificate is represented.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