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Nadi Basin Producer Collective - Climate Resilient Watershed Innovation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APP-WATER-001</a:t>
            </a:r>
          </a:p>
          <a:p>
            <a:r>
              <a:rPr sz="1500"/>
              <a:t>Document reference: APP-WATER-001/D7</a:t>
            </a:r>
          </a:p>
          <a:p>
            <a:r>
              <a:rPr sz="1500"/>
              <a:t>Scheme: Climate Resilient Watershed Innovation Scheme (SCHEME-WATER)</a:t>
            </a:r>
          </a:p>
          <a:p>
            <a:r>
              <a:rPr sz="1500"/>
              <a:t>Applicant: Nadi Basin Producer Collective</a:t>
            </a:r>
          </a:p>
          <a:p>
            <a:r>
              <a:rPr sz="1500"/>
              <a:t>Applicant type: producer collective</a:t>
            </a:r>
          </a:p>
          <a:p>
            <a:r>
              <a:rPr sz="1500"/>
              <a:t>District: Nadi Basin</a:t>
            </a:r>
          </a:p>
          <a:p>
            <a:r>
              <a:rPr sz="1500"/>
              <a:t>Requested grant: INR 4,200,000</a:t>
            </a:r>
          </a:p>
          <a:p>
            <a:r>
              <a:rPr sz="1500"/>
              <a:t>Declared match funding: INR 480,000</a:t>
            </a:r>
          </a:p>
          <a:p>
            <a:r>
              <a:rPr sz="1500"/>
              <a:t>Document type: monitoring_plan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Named hydrologist and collective monitoring committee will report monthly during construction and quarterly for two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resilience and water outcome</a:t>
            </a:r>
          </a:p>
          <a:p>
            <a:r>
              <a:rPr sz="1500"/>
              <a:t>innovation and replication</a:t>
            </a:r>
          </a:p>
          <a:p>
            <a:r>
              <a:rPr sz="1500"/>
              <a:t>technical and regulatory feasibility</a:t>
            </a:r>
          </a:p>
          <a:p>
            <a:r>
              <a:rPr sz="1500"/>
              <a:t>value for money</a:t>
            </a:r>
          </a:p>
          <a:p>
            <a:r>
              <a:rPr sz="1500"/>
              <a:t>monitoring and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