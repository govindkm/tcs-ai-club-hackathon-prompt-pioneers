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Monitoring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Resilient Delta Labs - Climate Resilient Watershed Innovation Scheme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Application reference: APP-WATER-003</a:t>
            </a:r>
          </a:p>
          <a:p>
            <a:r>
              <a:rPr sz="1500"/>
              <a:t>Document reference: APP-WATER-003/D7</a:t>
            </a:r>
          </a:p>
          <a:p>
            <a:r>
              <a:rPr sz="1500"/>
              <a:t>Scheme: Climate Resilient Watershed Innovation Scheme (SCHEME-WATER)</a:t>
            </a:r>
          </a:p>
          <a:p>
            <a:r>
              <a:rPr sz="1500"/>
              <a:t>Applicant: Resilient Delta Labs</a:t>
            </a:r>
          </a:p>
          <a:p>
            <a:r>
              <a:rPr sz="1500"/>
              <a:t>Applicant type: research institution</a:t>
            </a:r>
          </a:p>
          <a:p>
            <a:r>
              <a:rPr sz="1500"/>
              <a:t>District: Delta</a:t>
            </a:r>
          </a:p>
          <a:p>
            <a:r>
              <a:rPr sz="1500"/>
              <a:t>Requested grant: INR 7,900,000</a:t>
            </a:r>
          </a:p>
          <a:p>
            <a:r>
              <a:rPr sz="1500"/>
              <a:t>Declared match funding: INR 900,000</a:t>
            </a:r>
          </a:p>
          <a:p>
            <a:r>
              <a:rPr sz="1500"/>
              <a:t>Document type: monitoring_plan</a:t>
            </a:r>
          </a:p>
          <a:p>
            <a:r>
              <a:rPr sz="1500"/>
              <a:t>Submitted evidence quality: good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Monitoring indicators and named research lead are included.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resilience and water outcome</a:t>
            </a:r>
          </a:p>
          <a:p>
            <a:r>
              <a:rPr sz="1500"/>
              <a:t>innovation and replication</a:t>
            </a:r>
          </a:p>
          <a:p>
            <a:r>
              <a:rPr sz="1500"/>
              <a:t>technical and regulatory feasibility</a:t>
            </a:r>
          </a:p>
          <a:p>
            <a:r>
              <a:rPr sz="1500"/>
              <a:t>value for money</a:t>
            </a:r>
          </a:p>
          <a:p>
            <a:r>
              <a:rPr sz="1500"/>
              <a:t>monitoring and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Synthetic benchmark document generated from data/synthetic_dataset.json. No real person, organisation, or certificate is represented.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