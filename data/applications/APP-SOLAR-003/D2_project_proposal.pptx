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Sunrise Rural Services Ltd - Rural Solar Microgrid Grant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APP-SOLAR-003</a:t>
            </a:r>
          </a:p>
          <a:p>
            <a:r>
              <a:rPr sz="1500"/>
              <a:t>Document reference: APP-SOLAR-003/D2</a:t>
            </a:r>
          </a:p>
          <a:p>
            <a:r>
              <a:rPr sz="1500"/>
              <a:t>Scheme: Rural Solar Microgrid Grant (SCHEME-SOLAR)</a:t>
            </a:r>
          </a:p>
          <a:p>
            <a:r>
              <a:rPr sz="1500"/>
              <a:t>Applicant: Sunrise Rural Services Ltd</a:t>
            </a:r>
          </a:p>
          <a:p>
            <a:r>
              <a:rPr sz="1500"/>
              <a:t>Applicant type: registered company</a:t>
            </a:r>
          </a:p>
          <a:p>
            <a:r>
              <a:rPr sz="1500"/>
              <a:t>District: Bhavanagar</a:t>
            </a:r>
          </a:p>
          <a:p>
            <a:r>
              <a:rPr sz="1500"/>
              <a:t>Requested grant: INR 3,100,000</a:t>
            </a:r>
          </a:p>
          <a:p>
            <a:r>
              <a:rPr sz="1500"/>
              <a:t>Declared match funding: INR 900,000</a:t>
            </a:r>
          </a:p>
          <a:p>
            <a:r>
              <a:rPr sz="1500"/>
              <a:t>Document type: project_proposal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The proposal states 180 kW PV and 300 kWh storage, serving 280 households. Project period July 2026 to June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