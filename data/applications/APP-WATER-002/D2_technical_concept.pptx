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Technical Concept Note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Blue Horizon Research Foundation - Climate Resilient Watershed Innovation Scheme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Application reference: APP-WATER-002</a:t>
            </a:r>
          </a:p>
          <a:p>
            <a:r>
              <a:rPr sz="1500"/>
              <a:t>Document reference: APP-WATER-002/D2</a:t>
            </a:r>
          </a:p>
          <a:p>
            <a:r>
              <a:rPr sz="1500"/>
              <a:t>Scheme: Climate Resilient Watershed Innovation Scheme (SCHEME-WATER)</a:t>
            </a:r>
          </a:p>
          <a:p>
            <a:r>
              <a:rPr sz="1500"/>
              <a:t>Applicant: Blue Horizon Research Foundation</a:t>
            </a:r>
          </a:p>
          <a:p>
            <a:r>
              <a:rPr sz="1500"/>
              <a:t>Applicant type: registered nonprofit</a:t>
            </a:r>
          </a:p>
          <a:p>
            <a:r>
              <a:rPr sz="1500"/>
              <a:t>District: Dharan</a:t>
            </a:r>
          </a:p>
          <a:p>
            <a:r>
              <a:rPr sz="1500"/>
              <a:t>Requested grant: INR 5,600,000</a:t>
            </a:r>
          </a:p>
          <a:p>
            <a:r>
              <a:rPr sz="1500"/>
              <a:t>Declared match funding: INR 700,000</a:t>
            </a:r>
          </a:p>
          <a:p>
            <a:r>
              <a:rPr sz="1500"/>
              <a:t>Document type: technical_concept</a:t>
            </a:r>
          </a:p>
          <a:p>
            <a:r>
              <a:rPr sz="1500"/>
              <a:t>Submitted evidence quality: fair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 of record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Concept describes sensors and wetland work but does not identify construction sites or responsible operator.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500"/>
              <a:t>Synthetic benchmark document generated from data/synthetic_dataset.json. No real person, organisation, or certificate is represented.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