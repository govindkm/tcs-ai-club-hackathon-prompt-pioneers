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Safeguard and Grievance Plan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Jeevan Hills Community Trust - Community Forest Restoration Fund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Submission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500"/>
              <a:t>Application reference: APP-FOREST-001</a:t>
            </a:r>
          </a:p>
          <a:p>
            <a:r>
              <a:rPr sz="1500"/>
              <a:t>Document reference: APP-FOREST-001/D7</a:t>
            </a:r>
          </a:p>
          <a:p>
            <a:r>
              <a:rPr sz="1500"/>
              <a:t>Scheme: Community Forest Restoration Fund (SCHEME-FOREST)</a:t>
            </a:r>
          </a:p>
          <a:p>
            <a:r>
              <a:rPr sz="1500"/>
              <a:t>Applicant: Jeevan Hills Community Trust</a:t>
            </a:r>
          </a:p>
          <a:p>
            <a:r>
              <a:rPr sz="1500"/>
              <a:t>Applicant type: registered trust</a:t>
            </a:r>
          </a:p>
          <a:p>
            <a:r>
              <a:rPr sz="1500"/>
              <a:t>District: Jeevan Hills</a:t>
            </a:r>
          </a:p>
          <a:p>
            <a:r>
              <a:rPr sz="1500"/>
              <a:t>Requested grant: INR 1,250,000</a:t>
            </a:r>
          </a:p>
          <a:p>
            <a:r>
              <a:rPr sz="1500"/>
              <a:t>Document type: safeguard_and_grievance_plan</a:t>
            </a:r>
          </a:p>
          <a:p>
            <a:r>
              <a:rPr sz="1500"/>
              <a:t>Submitted evidence quality: good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Statement of record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500"/>
              <a:t>Plan provides consent meetings, women's participation targets, and a named grievance officer.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Assessment relevance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500"/>
              <a:t>ecological outcome</a:t>
            </a:r>
          </a:p>
          <a:p>
            <a:r>
              <a:rPr sz="1500"/>
              <a:t>site and method quality</a:t>
            </a:r>
          </a:p>
          <a:p>
            <a:r>
              <a:rPr sz="1500"/>
              <a:t>community stewardship</a:t>
            </a:r>
          </a:p>
          <a:p>
            <a:r>
              <a:rPr sz="1500"/>
              <a:t>budget and sustainability</a:t>
            </a:r>
          </a:p>
          <a:p>
            <a:r>
              <a:rPr sz="1500"/>
              <a:t>delivery capacity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500"/>
              <a:t>Synthetic benchmark document generated from data/synthetic_dataset.json. No real person, organisation, or certificate is represented.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