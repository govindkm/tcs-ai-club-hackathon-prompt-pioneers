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Baseline Site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Jeevan Hills Community Trust - Community Forest Restoration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APP-FOREST-001</a:t>
            </a:r>
          </a:p>
          <a:p>
            <a:r>
              <a:rPr sz="1500"/>
              <a:t>Document reference: APP-FOREST-001/D6</a:t>
            </a:r>
          </a:p>
          <a:p>
            <a:r>
              <a:rPr sz="1500"/>
              <a:t>Scheme: Community Forest Restoration Fund (SCHEME-FOREST)</a:t>
            </a:r>
          </a:p>
          <a:p>
            <a:r>
              <a:rPr sz="1500"/>
              <a:t>Applicant: Jeevan Hills Community Trust</a:t>
            </a:r>
          </a:p>
          <a:p>
            <a:r>
              <a:rPr sz="1500"/>
              <a:t>Applicant type: registered trust</a:t>
            </a:r>
          </a:p>
          <a:p>
            <a:r>
              <a:rPr sz="1500"/>
              <a:t>District: Jeevan Hills</a:t>
            </a:r>
          </a:p>
          <a:p>
            <a:r>
              <a:rPr sz="1500"/>
              <a:t>Requested grant: INR 1,250,000</a:t>
            </a:r>
          </a:p>
          <a:p>
            <a:r>
              <a:rPr sz="1500"/>
              <a:t>Document type: baseline_site_report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Geotagged sample plots and soil observations cover the proposed blocks.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